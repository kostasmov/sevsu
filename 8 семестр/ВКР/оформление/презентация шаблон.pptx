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378" r:id="rId4"/>
  </p:sldIdLst>
  <p:sldSz cx="9144000" cy="5143500" type="screen16x9"/>
  <p:notesSz cx="9144000" cy="51435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170" autoAdjust="0"/>
  </p:normalViewPr>
  <p:slideViewPr>
    <p:cSldViewPr>
      <p:cViewPr varScale="1">
        <p:scale>
          <a:sx n="139" d="100"/>
          <a:sy n="139" d="100"/>
        </p:scale>
        <p:origin x="72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40C1F-0032-431C-8FAB-96526BBF0541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DA95A-3894-4F42-9E15-06A957E1C8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334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7365" y="1272837"/>
            <a:ext cx="3989268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3333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545319" y="3454316"/>
            <a:ext cx="4053361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50621-32BB-4F92-9968-7E94709B965A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03B71-056C-44DA-9145-7B9A8742D6C4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86455" y="1531791"/>
            <a:ext cx="3150870" cy="272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14625" y="1300315"/>
            <a:ext cx="3256279" cy="2854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1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C9536-F25E-46C8-A948-D3BF8EF41C34}" type="datetime1">
              <a:rPr lang="en-US" smtClean="0"/>
              <a:t>6/10/2026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05073-4D3A-4396-B3B3-95670B6D9ADF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5668E-D3F3-4556-95F5-B9D0980EE15F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5699" y="900379"/>
            <a:ext cx="6252600" cy="1151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B5545-FC71-42E6-9EFB-5C0A4D50BFBA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04" y="445346"/>
            <a:ext cx="3352800" cy="105451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04490" y="1531425"/>
            <a:ext cx="644174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400" b="1" dirty="0">
                <a:solidFill>
                  <a:schemeClr val="bg1"/>
                </a:solidFill>
              </a:rPr>
              <a:t>Выпускная	</a:t>
            </a:r>
          </a:p>
          <a:p>
            <a:pPr>
              <a:lnSpc>
                <a:spcPct val="80000"/>
              </a:lnSpc>
            </a:pPr>
            <a:r>
              <a:rPr lang="ru-RU" sz="2400" b="1" dirty="0">
                <a:solidFill>
                  <a:schemeClr val="bg1"/>
                </a:solidFill>
              </a:rPr>
              <a:t>квалификационная работа </a:t>
            </a:r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>
                <a:solidFill>
                  <a:schemeClr val="bg1"/>
                </a:solidFill>
              </a:rPr>
              <a:t>на </a:t>
            </a:r>
            <a:r>
              <a:rPr lang="ru-RU" sz="2400" b="1" dirty="0">
                <a:solidFill>
                  <a:schemeClr val="bg1"/>
                </a:solidFill>
              </a:rPr>
              <a:t>тему</a:t>
            </a:r>
            <a:r>
              <a:rPr lang="ru-RU" dirty="0" smtClean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896" y="3520453"/>
            <a:ext cx="60607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chemeClr val="bg1">
                    <a:lumMod val="95000"/>
                  </a:schemeClr>
                </a:solidFill>
              </a:rPr>
              <a:t>ВЫПОЛНИЛ</a:t>
            </a:r>
            <a:r>
              <a:rPr lang="en-US" sz="1200" dirty="0" smtClean="0">
                <a:solidFill>
                  <a:schemeClr val="bg1">
                    <a:lumMod val="95000"/>
                  </a:schemeClr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ru-RU" sz="1600" b="1" dirty="0">
                <a:solidFill>
                  <a:schemeClr val="bg1"/>
                </a:solidFill>
              </a:rPr>
              <a:t>студент группы </a:t>
            </a:r>
            <a:r>
              <a:rPr lang="ru-RU" sz="1600" b="1" i="1" dirty="0" smtClean="0">
                <a:solidFill>
                  <a:schemeClr val="bg1"/>
                </a:solidFill>
              </a:rPr>
              <a:t>группа</a:t>
            </a:r>
            <a:r>
              <a:rPr lang="ru-RU" sz="1600" b="1" dirty="0" smtClean="0">
                <a:solidFill>
                  <a:schemeClr val="bg1"/>
                </a:solidFill>
              </a:rPr>
              <a:t>, </a:t>
            </a:r>
            <a:r>
              <a:rPr lang="ru-RU" sz="1600" b="1" i="1" dirty="0" smtClean="0">
                <a:solidFill>
                  <a:schemeClr val="bg1"/>
                </a:solidFill>
              </a:rPr>
              <a:t>ФИО</a:t>
            </a:r>
            <a:endParaRPr lang="ru-RU" sz="1600" b="1" i="1" dirty="0">
              <a:solidFill>
                <a:schemeClr val="bg1"/>
              </a:solidFill>
            </a:endParaRPr>
          </a:p>
          <a:p>
            <a:endParaRPr lang="ru-RU" sz="1100" dirty="0">
              <a:solidFill>
                <a:schemeClr val="bg1"/>
              </a:solidFill>
            </a:endParaRPr>
          </a:p>
          <a:p>
            <a:r>
              <a:rPr lang="ru-RU" sz="1200" dirty="0">
                <a:solidFill>
                  <a:schemeClr val="bg1">
                    <a:lumMod val="95000"/>
                  </a:schemeClr>
                </a:solidFill>
              </a:rPr>
              <a:t>РУКОВОДИТЕЛЬ</a:t>
            </a:r>
            <a:r>
              <a:rPr lang="ru-RU" sz="1200" dirty="0" smtClean="0">
                <a:solidFill>
                  <a:schemeClr val="bg1">
                    <a:lumMod val="95000"/>
                  </a:schemeClr>
                </a:solidFill>
              </a:rPr>
              <a:t>:</a:t>
            </a:r>
            <a:br>
              <a:rPr lang="ru-RU" sz="1200" dirty="0" smtClean="0">
                <a:solidFill>
                  <a:schemeClr val="bg1">
                    <a:lumMod val="95000"/>
                  </a:schemeClr>
                </a:solidFill>
              </a:rPr>
            </a:br>
            <a:endParaRPr lang="ru-RU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01871" y="4752093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chemeClr val="bg1">
                    <a:lumMod val="95000"/>
                  </a:schemeClr>
                </a:solidFill>
              </a:rPr>
              <a:t>Севастополь</a:t>
            </a:r>
            <a:r>
              <a:rPr lang="ru-RU" sz="1200" smtClean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ru-RU" sz="1200" smtClean="0">
                <a:solidFill>
                  <a:schemeClr val="bg1">
                    <a:lumMod val="95000"/>
                  </a:schemeClr>
                </a:solidFill>
              </a:rPr>
              <a:t>2026 </a:t>
            </a:r>
            <a:r>
              <a:rPr lang="ru-RU" sz="1200" dirty="0" smtClean="0">
                <a:solidFill>
                  <a:schemeClr val="bg1">
                    <a:lumMod val="95000"/>
                  </a:schemeClr>
                </a:solidFill>
              </a:rPr>
              <a:t>г.</a:t>
            </a:r>
            <a:br>
              <a:rPr lang="ru-RU" sz="1200" dirty="0" smtClean="0">
                <a:solidFill>
                  <a:schemeClr val="bg1">
                    <a:lumMod val="95000"/>
                  </a:schemeClr>
                </a:solidFill>
              </a:rPr>
            </a:br>
            <a:endParaRPr lang="ru-RU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Группа 22"/>
          <p:cNvGrpSpPr/>
          <p:nvPr/>
        </p:nvGrpSpPr>
        <p:grpSpPr>
          <a:xfrm>
            <a:off x="0" y="-5563"/>
            <a:ext cx="9144000" cy="574705"/>
            <a:chOff x="0" y="-5563"/>
            <a:chExt cx="9144000" cy="574705"/>
          </a:xfrm>
        </p:grpSpPr>
        <p:grpSp>
          <p:nvGrpSpPr>
            <p:cNvPr id="12" name="Группа 11"/>
            <p:cNvGrpSpPr/>
            <p:nvPr/>
          </p:nvGrpSpPr>
          <p:grpSpPr>
            <a:xfrm>
              <a:off x="0" y="-5563"/>
              <a:ext cx="9144000" cy="574705"/>
              <a:chOff x="-2931" y="-6103"/>
              <a:chExt cx="12194930" cy="867688"/>
            </a:xfrm>
          </p:grpSpPr>
          <p:sp>
            <p:nvSpPr>
              <p:cNvPr id="13" name="Прямоугольник 12"/>
              <p:cNvSpPr/>
              <p:nvPr/>
            </p:nvSpPr>
            <p:spPr>
              <a:xfrm>
                <a:off x="0" y="-6103"/>
                <a:ext cx="12191999" cy="867688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4" name="Полилиния 13"/>
              <p:cNvSpPr/>
              <p:nvPr/>
            </p:nvSpPr>
            <p:spPr>
              <a:xfrm>
                <a:off x="-2931" y="-6103"/>
                <a:ext cx="8638075" cy="867685"/>
              </a:xfrm>
              <a:custGeom>
                <a:avLst/>
                <a:gdLst>
                  <a:gd name="connsiteX0" fmla="*/ 0 w 9967865"/>
                  <a:gd name="connsiteY0" fmla="*/ 0 h 679010"/>
                  <a:gd name="connsiteX1" fmla="*/ 9967865 w 9967865"/>
                  <a:gd name="connsiteY1" fmla="*/ 0 h 679010"/>
                  <a:gd name="connsiteX2" fmla="*/ 7659232 w 9967865"/>
                  <a:gd name="connsiteY2" fmla="*/ 679010 h 679010"/>
                  <a:gd name="connsiteX3" fmla="*/ 0 w 9967865"/>
                  <a:gd name="connsiteY3" fmla="*/ 679010 h 679010"/>
                  <a:gd name="connsiteX4" fmla="*/ 0 w 9967865"/>
                  <a:gd name="connsiteY4" fmla="*/ 0 h 679010"/>
                  <a:gd name="connsiteX0" fmla="*/ 0 w 9967865"/>
                  <a:gd name="connsiteY0" fmla="*/ 0 h 686788"/>
                  <a:gd name="connsiteX1" fmla="*/ 9967865 w 9967865"/>
                  <a:gd name="connsiteY1" fmla="*/ 0 h 686788"/>
                  <a:gd name="connsiteX2" fmla="*/ 9086239 w 9967865"/>
                  <a:gd name="connsiteY2" fmla="*/ 686788 h 686788"/>
                  <a:gd name="connsiteX3" fmla="*/ 0 w 9967865"/>
                  <a:gd name="connsiteY3" fmla="*/ 679010 h 686788"/>
                  <a:gd name="connsiteX4" fmla="*/ 0 w 9967865"/>
                  <a:gd name="connsiteY4" fmla="*/ 0 h 686788"/>
                  <a:gd name="connsiteX0" fmla="*/ 0 w 9967865"/>
                  <a:gd name="connsiteY0" fmla="*/ 0 h 750734"/>
                  <a:gd name="connsiteX1" fmla="*/ 9967865 w 9967865"/>
                  <a:gd name="connsiteY1" fmla="*/ 0 h 750734"/>
                  <a:gd name="connsiteX2" fmla="*/ 9086239 w 9967865"/>
                  <a:gd name="connsiteY2" fmla="*/ 686788 h 750734"/>
                  <a:gd name="connsiteX3" fmla="*/ 422409 w 9967865"/>
                  <a:gd name="connsiteY3" fmla="*/ 750734 h 750734"/>
                  <a:gd name="connsiteX4" fmla="*/ 0 w 9967865"/>
                  <a:gd name="connsiteY4" fmla="*/ 0 h 750734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86239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318564 w 9967865"/>
                  <a:gd name="connsiteY2" fmla="*/ 634624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9001757 w 9967865"/>
                  <a:gd name="connsiteY2" fmla="*/ 683527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929948 w 9967865"/>
                  <a:gd name="connsiteY2" fmla="*/ 686788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774813"/>
                  <a:gd name="connsiteX1" fmla="*/ 9967865 w 9967865"/>
                  <a:gd name="connsiteY1" fmla="*/ 0 h 774813"/>
                  <a:gd name="connsiteX2" fmla="*/ 9153824 w 9967865"/>
                  <a:gd name="connsiteY2" fmla="*/ 774813 h 774813"/>
                  <a:gd name="connsiteX3" fmla="*/ 4224 w 9967865"/>
                  <a:gd name="connsiteY3" fmla="*/ 688791 h 774813"/>
                  <a:gd name="connsiteX4" fmla="*/ 0 w 9967865"/>
                  <a:gd name="connsiteY4" fmla="*/ 0 h 774813"/>
                  <a:gd name="connsiteX0" fmla="*/ 0 w 9967865"/>
                  <a:gd name="connsiteY0" fmla="*/ 0 h 688791"/>
                  <a:gd name="connsiteX1" fmla="*/ 9967865 w 9967865"/>
                  <a:gd name="connsiteY1" fmla="*/ 0 h 688791"/>
                  <a:gd name="connsiteX2" fmla="*/ 8824346 w 9967865"/>
                  <a:gd name="connsiteY2" fmla="*/ 484656 h 688791"/>
                  <a:gd name="connsiteX3" fmla="*/ 4224 w 9967865"/>
                  <a:gd name="connsiteY3" fmla="*/ 688791 h 688791"/>
                  <a:gd name="connsiteX4" fmla="*/ 0 w 9967865"/>
                  <a:gd name="connsiteY4" fmla="*/ 0 h 688791"/>
                  <a:gd name="connsiteX0" fmla="*/ 0 w 9967865"/>
                  <a:gd name="connsiteY0" fmla="*/ 0 h 690048"/>
                  <a:gd name="connsiteX1" fmla="*/ 9967865 w 9967865"/>
                  <a:gd name="connsiteY1" fmla="*/ 0 h 690048"/>
                  <a:gd name="connsiteX2" fmla="*/ 8760984 w 9967865"/>
                  <a:gd name="connsiteY2" fmla="*/ 690048 h 690048"/>
                  <a:gd name="connsiteX3" fmla="*/ 4224 w 9967865"/>
                  <a:gd name="connsiteY3" fmla="*/ 688791 h 690048"/>
                  <a:gd name="connsiteX4" fmla="*/ 0 w 9967865"/>
                  <a:gd name="connsiteY4" fmla="*/ 0 h 690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800" y="91298"/>
              <a:ext cx="1211316" cy="380979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76200" y="128465"/>
            <a:ext cx="2757985" cy="34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000" b="1" dirty="0" smtClean="0">
                <a:solidFill>
                  <a:schemeClr val="bg1"/>
                </a:solidFill>
              </a:rPr>
              <a:t>Название слайда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0" y="-5563"/>
            <a:ext cx="9144000" cy="5149063"/>
            <a:chOff x="-2931" y="-6103"/>
            <a:chExt cx="12194930" cy="867688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0" y="-6103"/>
              <a:ext cx="12191999" cy="86768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" name="Полилиния 9"/>
            <p:cNvSpPr/>
            <p:nvPr/>
          </p:nvSpPr>
          <p:spPr>
            <a:xfrm>
              <a:off x="-2931" y="-6103"/>
              <a:ext cx="8638075" cy="867685"/>
            </a:xfrm>
            <a:custGeom>
              <a:avLst/>
              <a:gdLst>
                <a:gd name="connsiteX0" fmla="*/ 0 w 9967865"/>
                <a:gd name="connsiteY0" fmla="*/ 0 h 679010"/>
                <a:gd name="connsiteX1" fmla="*/ 9967865 w 9967865"/>
                <a:gd name="connsiteY1" fmla="*/ 0 h 679010"/>
                <a:gd name="connsiteX2" fmla="*/ 7659232 w 9967865"/>
                <a:gd name="connsiteY2" fmla="*/ 679010 h 679010"/>
                <a:gd name="connsiteX3" fmla="*/ 0 w 9967865"/>
                <a:gd name="connsiteY3" fmla="*/ 679010 h 679010"/>
                <a:gd name="connsiteX4" fmla="*/ 0 w 9967865"/>
                <a:gd name="connsiteY4" fmla="*/ 0 h 679010"/>
                <a:gd name="connsiteX0" fmla="*/ 0 w 9967865"/>
                <a:gd name="connsiteY0" fmla="*/ 0 h 686788"/>
                <a:gd name="connsiteX1" fmla="*/ 9967865 w 9967865"/>
                <a:gd name="connsiteY1" fmla="*/ 0 h 686788"/>
                <a:gd name="connsiteX2" fmla="*/ 9086239 w 9967865"/>
                <a:gd name="connsiteY2" fmla="*/ 686788 h 686788"/>
                <a:gd name="connsiteX3" fmla="*/ 0 w 9967865"/>
                <a:gd name="connsiteY3" fmla="*/ 679010 h 686788"/>
                <a:gd name="connsiteX4" fmla="*/ 0 w 9967865"/>
                <a:gd name="connsiteY4" fmla="*/ 0 h 686788"/>
                <a:gd name="connsiteX0" fmla="*/ 0 w 9967865"/>
                <a:gd name="connsiteY0" fmla="*/ 0 h 750734"/>
                <a:gd name="connsiteX1" fmla="*/ 9967865 w 9967865"/>
                <a:gd name="connsiteY1" fmla="*/ 0 h 750734"/>
                <a:gd name="connsiteX2" fmla="*/ 9086239 w 9967865"/>
                <a:gd name="connsiteY2" fmla="*/ 686788 h 750734"/>
                <a:gd name="connsiteX3" fmla="*/ 422409 w 9967865"/>
                <a:gd name="connsiteY3" fmla="*/ 750734 h 750734"/>
                <a:gd name="connsiteX4" fmla="*/ 0 w 9967865"/>
                <a:gd name="connsiteY4" fmla="*/ 0 h 750734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9086239 w 9967865"/>
                <a:gd name="connsiteY2" fmla="*/ 686788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9318564 w 9967865"/>
                <a:gd name="connsiteY2" fmla="*/ 634624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9001757 w 9967865"/>
                <a:gd name="connsiteY2" fmla="*/ 683527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8929948 w 9967865"/>
                <a:gd name="connsiteY2" fmla="*/ 686788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774813"/>
                <a:gd name="connsiteX1" fmla="*/ 9967865 w 9967865"/>
                <a:gd name="connsiteY1" fmla="*/ 0 h 774813"/>
                <a:gd name="connsiteX2" fmla="*/ 9153824 w 9967865"/>
                <a:gd name="connsiteY2" fmla="*/ 774813 h 774813"/>
                <a:gd name="connsiteX3" fmla="*/ 4224 w 9967865"/>
                <a:gd name="connsiteY3" fmla="*/ 688791 h 774813"/>
                <a:gd name="connsiteX4" fmla="*/ 0 w 9967865"/>
                <a:gd name="connsiteY4" fmla="*/ 0 h 774813"/>
                <a:gd name="connsiteX0" fmla="*/ 0 w 9967865"/>
                <a:gd name="connsiteY0" fmla="*/ 0 h 688791"/>
                <a:gd name="connsiteX1" fmla="*/ 9967865 w 9967865"/>
                <a:gd name="connsiteY1" fmla="*/ 0 h 688791"/>
                <a:gd name="connsiteX2" fmla="*/ 8824346 w 9967865"/>
                <a:gd name="connsiteY2" fmla="*/ 484656 h 688791"/>
                <a:gd name="connsiteX3" fmla="*/ 4224 w 9967865"/>
                <a:gd name="connsiteY3" fmla="*/ 688791 h 688791"/>
                <a:gd name="connsiteX4" fmla="*/ 0 w 9967865"/>
                <a:gd name="connsiteY4" fmla="*/ 0 h 688791"/>
                <a:gd name="connsiteX0" fmla="*/ 0 w 9967865"/>
                <a:gd name="connsiteY0" fmla="*/ 0 h 690048"/>
                <a:gd name="connsiteX1" fmla="*/ 9967865 w 9967865"/>
                <a:gd name="connsiteY1" fmla="*/ 0 h 690048"/>
                <a:gd name="connsiteX2" fmla="*/ 8760984 w 9967865"/>
                <a:gd name="connsiteY2" fmla="*/ 690048 h 690048"/>
                <a:gd name="connsiteX3" fmla="*/ 4224 w 9967865"/>
                <a:gd name="connsiteY3" fmla="*/ 688791 h 690048"/>
                <a:gd name="connsiteX4" fmla="*/ 0 w 9967865"/>
                <a:gd name="connsiteY4" fmla="*/ 0 h 690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67865" h="690048">
                  <a:moveTo>
                    <a:pt x="0" y="0"/>
                  </a:moveTo>
                  <a:lnTo>
                    <a:pt x="9967865" y="0"/>
                  </a:lnTo>
                  <a:lnTo>
                    <a:pt x="8760984" y="690048"/>
                  </a:lnTo>
                  <a:lnTo>
                    <a:pt x="4224" y="688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1" name="object 3"/>
          <p:cNvSpPr txBox="1"/>
          <p:nvPr/>
        </p:nvSpPr>
        <p:spPr>
          <a:xfrm>
            <a:off x="838200" y="1524630"/>
            <a:ext cx="7543800" cy="1754776"/>
          </a:xfrm>
          <a:prstGeom prst="rect">
            <a:avLst/>
          </a:prstGeom>
        </p:spPr>
        <p:txBody>
          <a:bodyPr vert="horz" wrap="square" lIns="0" tIns="419100" rIns="0" bIns="0" rtlCol="0" anchor="ctr" anchorCtr="0">
            <a:spAutoFit/>
          </a:bodyPr>
          <a:lstStyle/>
          <a:p>
            <a:pPr marR="5080">
              <a:lnSpc>
                <a:spcPct val="70000"/>
              </a:lnSpc>
            </a:pPr>
            <a:r>
              <a:rPr lang="ru-RU" sz="6000" b="1" dirty="0">
                <a:solidFill>
                  <a:schemeClr val="bg1"/>
                </a:solidFill>
                <a:cs typeface="Calibri"/>
              </a:rPr>
              <a:t>СПАСИБО</a:t>
            </a:r>
            <a:br>
              <a:rPr lang="ru-RU" sz="6000" b="1" dirty="0">
                <a:solidFill>
                  <a:schemeClr val="bg1"/>
                </a:solidFill>
                <a:cs typeface="Calibri"/>
              </a:rPr>
            </a:br>
            <a:r>
              <a:rPr lang="ru-RU" sz="6000" b="1" dirty="0">
                <a:solidFill>
                  <a:schemeClr val="bg1"/>
                </a:solidFill>
                <a:cs typeface="Calibri"/>
              </a:rPr>
              <a:t>ЗА ВНИМАНИЕ!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87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905</TotalTime>
  <Words>14</Words>
  <Application>Microsoft Office PowerPoint</Application>
  <PresentationFormat>Экран (16:9)</PresentationFormat>
  <Paragraphs>11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Century Gothic</vt:lpstr>
      <vt:lpstr>Calibri</vt:lpstr>
      <vt:lpstr>Office Theme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Belik Georgij</dc:creator>
  <cp:lastModifiedBy>Абрамович Александра Юрьевна</cp:lastModifiedBy>
  <cp:revision>184</cp:revision>
  <dcterms:created xsi:type="dcterms:W3CDTF">2021-03-12T05:54:09Z</dcterms:created>
  <dcterms:modified xsi:type="dcterms:W3CDTF">2026-06-10T10:46:33Z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